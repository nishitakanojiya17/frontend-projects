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862B-518B-960B-CDC5-6D97D73C5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EE918-177D-5699-123D-727D480AE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2063-C213-7C80-E713-8C481889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52E53-7A96-28E2-F6E8-FB262282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2DCD-8070-32A2-2673-BBDEEF5D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83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B4B4-5E17-032F-1E11-10A3D393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AD88-CE40-5366-B333-598A9C051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E7C02-B6D8-F408-445F-26AB2759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F872B-F326-606C-0F20-A3C3C73E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99CD8-9FAD-8FC6-04B2-2D048EC1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1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EDB4-D750-EE9D-82B2-A5018038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EE8F4-5FC1-DD27-6736-202832C18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5AD30-5E49-768E-6F91-305425A6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37A3-8215-FB16-515D-005954A6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41BFB-7DD7-00CC-2672-D6A0CC78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7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E31F-C790-5B61-CB6C-CBE5C3B3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ABDE-3FDD-5497-ECBC-B7622A6CE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A9361-E5E7-AB84-5B5D-755A05154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3BD40-8C6C-AD9E-5003-DB5EB748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1DCC3-D5A7-8F76-6C0F-A2CF683E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5AE0C-0C8D-7206-7C3A-72BA2789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81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E488-D12A-A98A-DBB9-AE36875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E4C84-7488-EDE8-3A76-58A4CD093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1591F-D08E-B60F-E947-0BC587FC8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55D98-8BA4-EADF-3948-3437B200D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29B52-7A25-9B15-A1BC-0CA52151C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FEB01-3C81-4FD3-B695-9BF49CC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DAA54-17F3-CEA3-33A1-4D29C9C1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67143-9BD2-BCFD-F18F-9ED882BE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65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175D-50F9-D172-C2D1-4905C8E7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A2AC3B-94B0-D318-D442-06E297CC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AA0DE-B406-CFA1-CE2B-A489D77F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91BDE-CA90-CEC8-6DCD-C556C298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00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496D6F-42E9-9015-15A4-BB00CEF0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EA381C-FDB6-B631-DDF0-07A79F85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39DAB-4874-626B-0AB7-5DF9577E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3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2740-A525-2043-6FE5-0116180F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00176-DF56-D24C-B478-8A2244439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23354-D103-2A49-C10D-D94CBC085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F1D3-4C69-072B-DF69-6E7C69CE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A3D2A-0F3F-CF38-3C47-E506A5A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397F0-F734-2CAA-7C13-D5A5A90E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2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F4D5-BF39-091C-F5C7-886C1716F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B8FAB-4BEF-4E0B-A0E6-C32C3C545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59134-AFDC-9138-4DEF-F0A511C0F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7AA33-E94C-EB07-E953-2FE95867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C94E9-B041-58E6-7553-4FE1CAC1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55EF3-9D5D-0F17-E4A6-61D41A1D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84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EA96-6457-D465-A0D7-08055459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2316A-6203-3268-1B16-ABB2B6FCF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B664B-2353-0C19-9A13-A9360559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E2315-0C17-7449-0A4A-32218348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DC277-7019-1028-7BFE-520D8BAA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03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6845F-DCCE-073E-AF36-00C11B5F3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C809A-07A5-1F5C-CDDF-B34B51D93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E5EF7-1A01-5BA9-F24C-8D1DEEF8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DF2E6-6EC1-4954-BC26-EAA7702A0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C5070-D2AA-CDB9-EEBA-EECF44DE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01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89C99-8C48-FFF0-F837-CDD4EED5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D31B3-7F0A-0F5F-55A1-85A3B813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FC391-4F3F-9B74-6485-E36863AB5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C4A57-5840-47CF-A98C-0472D567EBC0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C9FBC-F93A-CF28-014F-1130BA164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EA0E9-8F60-450E-D299-96B5BBA69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5DFF7-0073-4AA0-BAEC-AB62426AF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57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A0A5-CB76-B0D6-223C-3F9D65469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9938E-75BB-F8F0-DFAA-B8BD99CFD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12171-5B8A-8872-CF68-4635670A7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1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7C67-1F8C-0D0C-D3A9-0CE3ECFA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B752-6B33-A94C-74F1-47D222FF5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D8A9E-BE77-813C-2F89-038AE4FB9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3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170C-571C-EA3E-D0F2-0806F263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9E62-7548-A7C8-8101-97CE54A10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7B813-5E2E-B41A-E98E-C23508BD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67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49A9-81FE-9C25-30D1-00E3F177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5734D-8602-6A06-5F67-BD09F68F5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384C6-D688-3CBF-EB4F-C43741B4D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5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F5EC-D5C4-DD3C-31FB-EF0F6C03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5EF8E-4400-CB14-9AF2-C44EAE7B8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EFFCA-E424-94C2-C1CD-53458575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96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Ratnesh Chaturvedi</dc:creator>
  <cp:lastModifiedBy>Ratnesh Chaturvedi</cp:lastModifiedBy>
  <cp:revision>1</cp:revision>
  <dcterms:created xsi:type="dcterms:W3CDTF">2026-06-17T17:02:04Z</dcterms:created>
  <dcterms:modified xsi:type="dcterms:W3CDTF">2026-06-17T17:02:58Z</dcterms:modified>
</cp:coreProperties>
</file>